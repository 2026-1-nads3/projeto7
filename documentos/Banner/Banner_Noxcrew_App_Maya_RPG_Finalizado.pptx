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Inter" panose="020B0604020202020204" charset="0"/>
      <p:regular r:id="rId7"/>
    </p:embeddedFont>
    <p:embeddedFont>
      <p:font typeface="Open Sans 1" panose="020B0604020202020204" charset="0"/>
      <p:regular r:id="rId8"/>
    </p:embeddedFont>
    <p:embeddedFont>
      <p:font typeface="Open Sans 1 Bold" panose="020B0604020202020204" charset="0"/>
      <p:regular r:id="rId9"/>
    </p:embeddedFont>
    <p:embeddedFont>
      <p:font typeface="Open Sans 2" panose="020B0604020202020204" charset="0"/>
      <p:regular r:id="rId10"/>
    </p:embeddedFont>
    <p:embeddedFont>
      <p:font typeface="Open Sans 2 Bold" panose="020B0604020202020204" charset="0"/>
      <p:regular r:id="rId11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404" autoAdjust="0"/>
  </p:normalViewPr>
  <p:slideViewPr>
    <p:cSldViewPr>
      <p:cViewPr>
        <p:scale>
          <a:sx n="33" d="100"/>
          <a:sy n="33" d="100"/>
        </p:scale>
        <p:origin x="1236" y="-2010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0188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222719" y="12557009"/>
            <a:ext cx="21115256" cy="14040163"/>
            <a:chOff x="0" y="-47625"/>
            <a:chExt cx="1922704" cy="1224620"/>
          </a:xfrm>
        </p:grpSpPr>
        <p:sp>
          <p:nvSpPr>
            <p:cNvPr id="22" name="Freeform 22"/>
            <p:cNvSpPr/>
            <p:nvPr/>
          </p:nvSpPr>
          <p:spPr>
            <a:xfrm>
              <a:off x="0" y="-25859"/>
              <a:ext cx="1922704" cy="1144931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2293" y="30397627"/>
            <a:ext cx="13848538" cy="7913234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09811" y="30434161"/>
            <a:ext cx="13126533" cy="7840166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353406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234198" y="7712446"/>
            <a:ext cx="11234504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3014298" y="18353831"/>
            <a:ext cx="96742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4" b="1" spc="433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Aplicativo</a:t>
            </a:r>
            <a:r>
              <a:rPr lang="en-US" sz="11434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Maya-RPG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André Ferreira, Cauan Moreira, Rogério Vieira e Victor Camargo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Aimar Lopes, Francisco Escobar,  Jefferson Silva e Rodrigo Rosa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378206" y="1917027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Imagens 01 a 03: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Aplicativo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Maya-RPG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78206" y="2839047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Autores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8698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71311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63691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870208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848012" y="31937388"/>
            <a:ext cx="11399871" cy="5806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CLÍNICA MAYA YOSHIKO YAMAMOTO; YAMAMOTO, Maya Yoshiko. Identidade Visual e Informações Clínicas sobre Processos de RPG. Dados obtidos via entrevista e documentação interna. São Paulo, 2026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NORMAN, Donald A. O design do dia a dia. Rio de Janeiro: Rocco, 2006.  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BROWN, Tim. Design </a:t>
            </a:r>
            <a:r>
              <a:rPr lang="pt-BR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thinking</a:t>
            </a:r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uma metodologia poderosa para decretar o fim das velhas ideias. Rio de Janeiro: Elsevier, 2010.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22412" y="31780745"/>
            <a:ext cx="12790772" cy="215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sistema conecta o celular do paciente ao computador da clínica pela internet de forma rápida e segura. Tudo foi testado para garantir que o aplicativo não trave e seja fácil de usar.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608845" y="10398919"/>
            <a:ext cx="12562767" cy="950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acompanhamento do tratamento de Reeducação Postural Global (RPG) da fisioterapeuta Maya Yamamoto enfrenta obstáculos na comunicação. Atualmente, o monitoramento e os registros ocorrem de forma dispersa, utilizando mensagens informais e anotações que não são padronizadas.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Essa fragmentação dos dados impacta negativamente a rotina clínica e administrativa. A ausência de um sistema centralizado dificulta a rastreabilidade ágil do prontuário, atrasando o acesso ao histórico e prejudicando o controle eficiente da agenda.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Depender exclusivamente da memória para realizar os exercícios domiciliares dificulta o andamento do tratamento. Sem uma ferramenta intuitiva para guiar as séries e oferecer suporte em casa, o paciente fica mais propenso a erros na execução, o que compromete os resultados e reduz a eficácia da reabilitação.</a:t>
            </a: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718145"/>
            <a:ext cx="12562767" cy="849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Para solucionar esses desafios, o projeto propõe o desenvolvimento de uma solução digital integrada para apoiar a rotina clínica de RPG. O ecossistema é formado por três partes: um Aplicativo Mobile, um Módulo Web e um Backend.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Aplicativo Mobile foi desenhado para ser a interface diária do paciente. Por ele, o usuário acessa planos de exercícios com vídeos e imagens, registra a execução da sua rotina e acompanha seu histórico de evolução.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Módulo Web atuará como a central de comando da profissional para a gestão ágil de pacientes e prontuários. O Backend da aplicação assegurará a integração em tempo real, a autenticação e a persistência segura das informações.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</a:t>
            </a: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Comércio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Álvares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Penteado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- FECAP</a:t>
            </a:r>
          </a:p>
        </p:txBody>
      </p:sp>
      <p:pic>
        <p:nvPicPr>
          <p:cNvPr id="75" name="Imagem 7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0AA9440-C338-86E8-E702-EB6A776102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2329" y="20253972"/>
            <a:ext cx="3588698" cy="74734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3" name="Imagem 8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3D4E063-ABEB-0801-372B-F83DE88F06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8023" y="20253967"/>
            <a:ext cx="3588698" cy="74734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Imagem 8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FB831DA-8D43-A69C-2B9F-0392FDA16C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593" y="20264143"/>
            <a:ext cx="3583796" cy="7463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9" name="TextBox 57"/>
          <p:cNvSpPr txBox="1"/>
          <p:nvPr/>
        </p:nvSpPr>
        <p:spPr>
          <a:xfrm>
            <a:off x="15619412" y="10484856"/>
            <a:ext cx="11904157" cy="897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Entregamos um sistema digital totalmente funcional que conecta de forma direta o paciente à Clínica Maya. Através do aplicativo, o usuário consegue visualizar facilmente suas séries de exercícios, registrar a execução da rotina de RPG e relatar indicadores clínicos, como a escala de dor, tornando seu progresso claro e tangível.</a:t>
            </a:r>
          </a:p>
          <a:p>
            <a:pPr algn="just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Essa jornada é apoiada por uma infraestrutura que assegura alta confiabilidade por meio da sincronização constante em nuvem e da persistência local de dados. Integrada a isso, a automação de notificações impulsiona a adesão aos exercícios, fornecendo à fisioterapeuta informações precisas e centralizadas para um acompanhamento remoto assertivo e altamente personalizado.</a:t>
            </a:r>
          </a:p>
          <a:p>
            <a:pPr algn="r" fontAlgn="base"/>
            <a:b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</a:b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06A0BDC5-E482-41D9-A5A8-7FE0FF3254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719" y="33679187"/>
            <a:ext cx="2126980" cy="2126980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535B250C-A6B1-42B8-996F-1993AE27E6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199" y="36079517"/>
            <a:ext cx="1495213" cy="1495213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B20FA43C-A415-462E-8BCC-F30C5B853EC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12" y="33563719"/>
            <a:ext cx="1991066" cy="1991066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37EFE427-C3B2-42E3-B19F-9FA85CCA634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107" y="36167446"/>
            <a:ext cx="1731381" cy="1731381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77A8824E-0AD0-4BEA-815A-F6A30620E3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434" y="33679185"/>
            <a:ext cx="2126981" cy="2126981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0E3836E4-30DF-4E74-848E-C08C17F09B8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07" y="36103771"/>
            <a:ext cx="1645467" cy="1645467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A8BD72A8-2DCD-46AA-94AA-2728EE4CD84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913" y="33933483"/>
            <a:ext cx="3686493" cy="36864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542</Words>
  <Application>Microsoft Office PowerPoint</Application>
  <PresentationFormat>Personalizar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Calibri</vt:lpstr>
      <vt:lpstr>Arial</vt:lpstr>
      <vt:lpstr>Open Sans 2</vt:lpstr>
      <vt:lpstr>Open Sans 1 Bold</vt:lpstr>
      <vt:lpstr>Open Sans 1</vt:lpstr>
      <vt:lpstr>Open Sans 2 Bold</vt:lpstr>
      <vt:lpstr>Inter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Rogerio Rodrigues Vieira</dc:creator>
  <cp:lastModifiedBy>Rogerio Rodrigues Vieira</cp:lastModifiedBy>
  <cp:revision>13</cp:revision>
  <dcterms:created xsi:type="dcterms:W3CDTF">2006-08-16T00:00:00Z</dcterms:created>
  <dcterms:modified xsi:type="dcterms:W3CDTF">2026-05-07T01:08:18Z</dcterms:modified>
  <dc:identifier>DAHA7VomhzE</dc:identifier>
</cp:coreProperties>
</file>